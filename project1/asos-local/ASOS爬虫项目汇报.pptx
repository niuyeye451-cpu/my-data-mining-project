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2296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ASOS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电商数据挖掘</a:t>
            </a:r>
            <a:endParaRPr lang="en-US" sz="3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爬虫系统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164592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474720"/>
            <a:ext cx="1005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黄翰林  |  2026-06-02
</a:t>
            </a:r>
            <a:pPr indent="0" marL="0">
              <a:buNone/>
            </a:pPr>
            <a:r>
              <a:rPr lang="en-US" sz="12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数据挖掘课程项目
</a:t>
            </a:r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核心亮点：JSON 注入提取  |  6 维数据校验  |  断点续爬  |  多层防失效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项目背景与核心挑战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4114800" cy="19202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问题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ASOS 页面全面 SPA 化
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静态 HTML → React/Vue 动态渲染
   所有基于 DOM 层级的 XPath 失效
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反爬升级
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Headless 检测 + CDN 防盗链
   直接请求图片返回 Access Denied
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数据质量无保障
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错误页标题混入数据库，无校验机制
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114800" cy="192024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方案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JSON config 注入提取
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解析 window.asos.pdp.config
   不依赖 DOM 交互，从 JS 内存读
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CDP 层面抹除机器人特征
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Page.addScriptToEvaluateOnNewDocument
   绕过 WebDriver 检测
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6 维度自动化数据校验
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validate_data() 防错误页入库
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8595360" cy="1645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最终成果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Task 流水线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297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Task1 入口→Task2 收割→Task3 详情→Task4 图片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06040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260604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字段全覆盖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4297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标题/价格/品牌/颜色/材质/尺码/洗护/图片/时间戳等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0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360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75488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商品入库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4297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5页×72链接，MySQL 持久化，断点续爬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903720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6903720" y="40233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成功率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903720" y="42976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10条测试 9 成功，1条 ASOS 自身错误页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创新点 1：CDP 层面抹除自动化特征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754880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创新点 3：反爬突破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ASOS 会对 Headless Chrome 进行 WebDriver 特征检测，一旦识别即返回空白页或验证码。传统的 user-agent 伪装无法绕过。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方案：利用 Chrome DevTools Protocol (CDP)，在页面脚本执行前注入代码，将 navigator.webdriver 设为 undefined。同时配合 --disable-blink-features=AutomationControlled 和 excludeSwitches 禁用自动化标记。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效果：单 Chrome 稳定访问，多线程需控制并发（Clash 代理扛不住 5 个同时连接）。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3200400"/>
            <a:ext cx="475488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3375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注意：多线程并发时 Chrome 进程数 = 线程数，Clash 代理可能被冲垮（实测 5 线程全超时），建议限制在 2-3 并发或顺序执行。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914400"/>
            <a:ext cx="356616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40680" y="987552"/>
            <a:ext cx="329184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反爬核心配置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opts.add_argument(
  '--headless=new')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opts.add_argument(
  '--disable-blink-features=
   AutomationControlled')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opts.add_experimental_option(
  "excludeSwitches",
  ["enable-automation"])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opts.add_argument(
  'user-agent=Mozilla/5.0...
   Chrome/120.0.0.0 Safari/537.36')
</a:t>
            </a:r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CDP 注入 — 核心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driver.execute_cdp_cmd(
  "Page.addScriptToEval...",
  {"source": "Object.definePr
   operty(navigator,'webdriver'
   ,{get:()=&gt;undefined})"})
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创新点 2：模拟滚动触发 SPA 懒加载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754880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创新点 4：懒加载适配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ASOS 列表页使用 SPA 动态渲染，HTML 源码中不包含商品数据。直接抓取得到 0 个链接。必须用浏览器执行 JS 并触发懒加载。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方案：使用 Selenium execute_script 分 3 次模拟真人向下滚动（每次 800px，间隔 2 秒），触发 React 组件渲染商品卡片。滚动后用 WebDriverWait 显式等待 &lt;a&gt; 标签出现。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效果：从 0 个链接 → 72 个链接/页。5 页共收集 360 个不重复商品 URL。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3200400"/>
            <a:ext cx="475488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3375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关键发现：不使用 Selenium 直接解析 HTML（如 lxml）会得到空结果，因为商品数据完全由 JS 异步加载。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914400"/>
            <a:ext cx="356616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40680" y="987552"/>
            <a:ext cx="329184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_ in range(3):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driver.execute_script(
    "window.scrollBy(
     0, 800);")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time.sleep(2)
</a:t>
            </a:r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显式等待商品链接渲染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WebDriverWait(driver,10).until(
  EC.presence_of_element_located(
    (By.XPATH,
     "//a[contains(@href,
      '/prd/')]")))
</a:t>
            </a:r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提取并去重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links = driver.find_elements(
  By.XPATH,
  "//a[contains(@href,
   '/prd/')]")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urls = list(set(
  [l.get_attribute('href')
   for l in links]))
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创新点 3：解析 window.asos.pdp.config JSON 直接提取数据 ⭐核心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754880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创新点 5：JSON 注入提取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ASOS 新版页面将商品详情（材质、洗护、品牌等）不再放在 HTML 面板中，而是作为 JSON 对象注入到 &lt;script&gt; 标签的 window.asos.pdp.config 变量中。旧方法点击 &lt;button&gt; 展开面板的 XPath 全部失效。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方案：定位包含 'window.asos.pdp.config' 的 &lt;script&gt; 元素，用正则提取 JSON 对象，直接读取 aboutMe（材质）、careInfo（洗护）、brandName（品牌）、colour（颜色）等字段。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优势：不依赖 DOM 按钮交互（异步点击不稳定），直接从 JS 内存读取，更可靠、更快速。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3200400"/>
            <a:ext cx="475488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3375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这是整个项目最关键的创新——绕过了 ASOS 前端重构带来的 XPath 失效问题，且比 DOM 交互方式更稳定。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914400"/>
            <a:ext cx="356616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40680" y="987552"/>
            <a:ext cx="329184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extract_pdp_config(driver):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 = driver.find_element(
    By.XPATH,
    "//script[contains(text(),
     'window.asos.pdp.
     config')]")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 = el.get_attribute(
    "innerHTML")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 = re.search(
    r'productDescription\s*=
    \s*(\{.+?\});\s*\n',
    text, re.DOTALL)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json.loads(
    match.group(1))
</a:t>
            </a:r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直接读取字段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pdp = extract_pdp_config(drv)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 = pdp["aboutMe"]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 = pdp["careInfo"]
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创新点 4：6 维度数据校验 validate_data()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754880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创新点 6：数据质量保障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爬虫最隐蔽的问题是：抓了错误数据却不知道。ASOS 偶尔返回 This page isn't working 错误页，标题不为空且含有 HTML 结构，普通判断会误以为成功。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方案：设计 6 层校验函数：① 标题非空且长度 &gt;=10；② 匹配 10 种错误页模式（captcha/access denied/bot detected 等）；③ 价格非空且匹配货币格式；④ 加载后 URL 未跳转到首页/搜索/购物车；⑤ 品牌字段不超过 150 字符；⑥ 主图域名来自 ASOS CDN。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3200400"/>
            <a:ext cx="475488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3375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实测：10 条测试中成功识别 1 条 ASOS 错误页（'This page isn't working'），准确标记为 status=2。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914400"/>
            <a:ext cx="356616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40680" y="987552"/>
            <a:ext cx="329184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ERROR_PAGE_PATTERNS = [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"page isn't", "captcha",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"access denied",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"are you a robot",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"bot detected",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"redirecting", ... ]
</a:t>
            </a:r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def validate_data(data):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1. 标题非空 + 长度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not title or
     len(title) &lt; 10: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False, ...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2. 错误页模式匹配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pat in PATTERNS: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pat in title.lower():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False, ...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3. 价格格式校验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not PRICE_RE.search(p):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4. URL 跳转检测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5. 品牌长度限制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6. 主图 CDN 域名校验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True, "ok"
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创新点 5：断点续爬 — status 状态机 + 并发消费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754880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创新点 7：状态机队列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传统的文本文件存储方式无法支持断点续爬，中断后要么全量重跑（浪费），要么手动找断点（麻烦）。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方案：每条商品记录维护 status 字段：0=待抓取（Task 2 写入）、1=抓取成功（Task 3 更新）、2=抓取失败（validate_data 或异常标记）。Task 3 查询 WHERE status=0 获取待处理任务，完成后 UPDATE status=1，失败 UPDATE status=2。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支持多终端并发：多个 Task 3 实例同时消费同一队列，自动跳过已处理数据。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3200400"/>
            <a:ext cx="475488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3375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0→1→2 状态机使得爬虫从"一次性脚本"升级为"可持续运行的数据管道"。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914400"/>
            <a:ext cx="356616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40680" y="987552"/>
            <a:ext cx="329184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Task 2: 写入待处理任务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IGNORE INTO
  asos_dresses
  (product_code, url,
   status)
  VALUES (%s, %s, 0)
</a:t>
            </a:r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Task 3: 取待抓取任务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product_code, url
  FROM asos_dresses
  WHERE status = 0
  LIMIT %s
</a:t>
            </a:r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Task 3: 更新状态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成功：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... SET
  title=%s,...,status=1
  WHERE product_code=%s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失败：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... SET status=2
  WHERE product_code=%s
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创新点 6：图片提取与下载分离 + 防盗链绕过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4754880" cy="320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创新点 8：提取与下载解耦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ASOS 图片 CDN (Akamai) 有严格的防盗链策略：直接访问返回 Access Denied，必须带完整浏览器请求头（Referer + Sec-Fetch-*）。下载还可能受代理速率限制。如果提取和下载耦合在一起，下载失败会导致整个抓取任务中断。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方案：Task 3 只负责提取 gallery-image URL 列表，以 JSON 数组存入 images_dir 字段。Task 4 独立负责从数据库读取 URL 批量下载。下载失败不影响已提取数据。Task 4 还支持断点续传、指数退避重试（1s→3s→9s）、命令行参数灵活控制。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4320" y="3200400"/>
            <a:ext cx="475488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33756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4 用法：python task4.py 10（前10件）/ python task4.py 209733038（指定商品）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914400"/>
            <a:ext cx="3566160" cy="38404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40680" y="987552"/>
            <a:ext cx="3291840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Task 3: 提取 URL（不下载）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gallery = []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img in driver.find_els(
  By.XPATH,
  "//img[@class=
   'gallery-image']"):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gallery.append(
    img.get_attribute('src'))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data['images_dir'] =
  json.dumps(gallery)
</a:t>
            </a:r>
            <a:pPr indent="0" marL="0">
              <a:lnSpc>
                <a:spcPct val="125000"/>
              </a:lnSpc>
              <a:buNone/>
            </a:pPr>
            <a:r>
              <a:rPr lang="en-US" sz="8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# Task 4: 异步下载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 = Request(url,
  headers={
  'Referer':'asos.com',
  'Sec-Fetch-Dest':'image',
  'Sec-Fetch-Mode':'no-cors'
  })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指数退避重试
</a:t>
            </a:r>
            <a:pPr indent="0" marL="0">
              <a:lnSpc>
                <a:spcPct val="125000"/>
              </a:lnSpc>
              <a:buNone/>
            </a:pPr>
            <a:r>
              <a:rPr lang="en-US" sz="8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attempt in range(3):
  try: ...
  time.sleep(3**attempt)
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数据库设计 &amp; 系统架构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9/11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50292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45920"/>
                <a:gridCol w="182880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类型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product_code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VARCHAR(50) UNIQUE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商品唯一标识 + 自动去重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 / price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VARCHAR(255/50)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标题 / 当前价格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 / colour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VARCHAR(100/50)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品牌 / 颜色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description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商品详情描述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material ⭐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材质面料（pdp.config.aboutMe）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size_options ⭐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VARCHAR(255)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可选尺码列表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care_info ⭐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洗护说明（pdp.config.careInfo）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image_url / images_dir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主图 URL / 多图 JSON 数组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gender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TINYINT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0=女装 1=男装（面包屑判断）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TINYINT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0=待抓取 1=成功 2=失败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crawled_at ⭐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VARCHAR(30)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抓取时间戳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577840" y="868680"/>
            <a:ext cx="3291840" cy="3840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5"/>
          <p:cNvSpPr/>
          <p:nvPr/>
        </p:nvSpPr>
        <p:spPr>
          <a:xfrm>
            <a:off x="5760720" y="9601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4-Task 流水线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60720" y="1417320"/>
            <a:ext cx="292608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7"/>
          <p:cNvSpPr/>
          <p:nvPr/>
        </p:nvSpPr>
        <p:spPr>
          <a:xfrm>
            <a:off x="5852160" y="1435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Task 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852160" y="1691640"/>
            <a:ext cx="274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首页入口 -&gt; 2 个分类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760720" y="2194560"/>
            <a:ext cx="2926080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212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Task 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52160" y="2468880"/>
            <a:ext cx="274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链接收割 -&gt; 360 条 URL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60720" y="2971800"/>
            <a:ext cx="2926080" cy="5486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3"/>
          <p:cNvSpPr/>
          <p:nvPr/>
        </p:nvSpPr>
        <p:spPr>
          <a:xfrm>
            <a:off x="5852160" y="2990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Task 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852160" y="3246120"/>
            <a:ext cx="274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详情抓取 -&gt; 14 字段 × N 条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760720" y="3749040"/>
            <a:ext cx="2926080" cy="548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9" name="Text 16"/>
          <p:cNvSpPr/>
          <p:nvPr/>
        </p:nvSpPr>
        <p:spPr>
          <a:xfrm>
            <a:off x="5852160" y="37673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Task 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852160" y="4023360"/>
            <a:ext cx="274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图片下载 -&gt; 8 张/件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760720" y="44348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MySQL 持久化 ↓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"/>
            <a:ext cx="80467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代码鲁棒性：为什么不会像旧代码一样失效？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47548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10/11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743200"/>
                <a:gridCol w="2194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提取点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第一层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兜底层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标题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//h1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极低 (HTML 标准)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current-price span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data-testid 备选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极低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品牌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JSON-LD 结构数据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正则 brandName → title首词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材质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pdp.config.aboutMe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page_source 正则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中 (key可能改名)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洗护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pdp.config.careInfo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page_source 正则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尺码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//select 通用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极低 (HTML 标准)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图片URL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gallery-image class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images.asos-media.com 域名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🔴 高 (纯前端class)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017520"/>
            <a:ext cx="85953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3154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多层防御架构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每个字段至少两层提取路径：第一层（最优）→ 失败 → 第二层（兜底）→ 失败 → 空值不崩溃。validate_data() 作为最后防线。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3840480"/>
            <a:ext cx="4114800" cy="100584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最坏情况（ASOS 彻底大改版）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114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key 改名 → 更新正则（5分钟）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 换域名 → 更新过滤（3分钟）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/prd/ 格式变 → 更新正则（10分钟）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改 5-10 行代码恢复，无需重写架构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54880" y="3840480"/>
            <a:ext cx="4114800" cy="100584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3858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vs 旧代码的失效模式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937760" y="411480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硬编码 DOM 层级（6 层嵌套 XPath）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class='ojIeyOc' 改名 → 全崩溃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 try/except → 一个异常终止全部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无校验 → 错误数据悄悄入库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改版 = 全部重写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14630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2588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2618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反爬突破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153619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CDP 层面抹除 WebDriver 特征，Headless Chrome 稳定访问 ASOS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938528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18745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懒加载适配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21488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模拟滚动触发 SPA 渲染，0 链接 → 360 链接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2551176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511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487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JSON 注入提取 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27614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解析 window.asos.pdp.config 替代失效的 DOM 面板点击，14 字段全覆盖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163824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638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099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维数据校验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37413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validate_data() 防错误页入库，10 测 9 成功，1 条准确识别为 ASOS 服务器错误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377647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76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3712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断点续爬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398678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状态机 (0→1→2)，支持多终端并发消费队列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438912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389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4325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提取与下载解耦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45994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 提 URL + Task 4 异步下载，Referer 头绕过 Akamai，指数退避重试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70916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915 行  |  4 个 Task  |  14 字段  |  360 条商品  |  MySQL 持久化  |  多层防失效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ASOS 电商数据挖掘爬虫系统</dc:title>
  <dc:subject>PptxGenJS Presentation</dc:subject>
  <dc:creator>黄翰林</dc:creator>
  <cp:lastModifiedBy>黄翰林</cp:lastModifiedBy>
  <cp:revision>1</cp:revision>
  <dcterms:created xsi:type="dcterms:W3CDTF">2026-06-02T09:53:49Z</dcterms:created>
  <dcterms:modified xsi:type="dcterms:W3CDTF">2026-06-02T09:53:49Z</dcterms:modified>
</cp:coreProperties>
</file>